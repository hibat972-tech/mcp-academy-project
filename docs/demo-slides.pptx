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To-Do List MCP Server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task manager for students — built on the Model Context Protocol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 •  Week 6 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juggle deadlines across many courses — exams, assignments, labs — with no single place to see what's open, what's urgent, and what's done.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30449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tasks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33558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live in notes, chats, and memory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⏱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4005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4315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what's urgent right now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761"/>
                </a:solidFill>
              </a:rPr>
              <a:t>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965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52760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separate app breaks the workflow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86600" y="1280160"/>
            <a:ext cx="4434840" cy="48920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2148840"/>
            <a:ext cx="3703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server lets an AI assistant manage tasks through plain conversation — add, list, update, complete, or delete — no separate app required.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98080" y="443484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task to finish the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assignment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Friday, high priority."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Stdio-based MCP server, TypeScript, JSON-backed storage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78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MCP Inspector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natural-language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over stdio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37744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578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• @modelcontextprotocol/sdk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3520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7 tools,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input, runs logic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0" y="237744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2578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data/todos.json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69680" y="35204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127248"/>
            <a:ext cx="1188720" cy="329184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3127248"/>
            <a:ext cx="1188720" cy="329184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registered in src/tools/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29200"/>
            <a:ext cx="8641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addTask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68780" y="502920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668780" y="5029200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listTask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84348" y="502920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784348" y="502920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completeTask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47388" y="502920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247388" y="5029200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deleteTask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36692" y="502920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536692" y="5029200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updateTask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25996" y="502920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825996" y="5029200"/>
            <a:ext cx="1124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searchTask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15300" y="5029200"/>
            <a:ext cx="181965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115300" y="5029200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generate_StudyPlan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 stdio  •  Runtime: Node + tsx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tools cover the full task lifecycle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480560"/>
        </p:xfrm>
        <a:graphic>
          <a:graphicData uri="http://schemas.openxmlformats.org/drawingml/2006/table">
            <a:tbl>
              <a:tblPr/>
              <a:tblGrid>
                <a:gridCol w="3108960"/>
                <a:gridCol w="7772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addTask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task with title, priority, and deadline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listTask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open tasks, sorted by deadline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completeTask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a task as done by its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updateTask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one or more fields of an existing 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deleteTask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task by its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searchTask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tasks using flexible keyword matching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generate_StudyPlan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study schedule from open tasks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108960" cy="310896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Build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6317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916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65960" y="18288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65960" y="21945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more complex natural-language queries in searchTask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6317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346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65960" y="29718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reports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33375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of completed vs. remaining work, by course or priority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6317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9776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65960" y="41148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tasks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65960" y="44805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weekly labs or repeating deadlines without re-adding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26317A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12064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965960" y="52578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study plans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65960" y="56235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generate_StudyPlan output across days, not just deadline order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questions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2026-08-21T09:30:11Z</dcterms:created>
  <dcterms:modified xsi:type="dcterms:W3CDTF">2026-08-21T09:30:11Z</dcterms:modified>
</cp:coreProperties>
</file>